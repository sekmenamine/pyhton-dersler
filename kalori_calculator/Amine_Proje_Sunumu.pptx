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ED96AB-9A24-4169-864C-1A25D94A510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CA889B6-9F06-40C9-A7BB-C65D6A3F1A27}">
      <dgm:prSet/>
      <dgm:spPr/>
      <dgm:t>
        <a:bodyPr/>
        <a:lstStyle/>
        <a:p>
          <a:r>
            <a:rPr lang="en-US"/>
            <a:t>• Hamburgeri severiz ama... Sonrası?</a:t>
          </a:r>
        </a:p>
      </dgm:t>
    </dgm:pt>
    <dgm:pt modelId="{447E2DD0-31F4-459D-B65A-2D37B4D26F65}" type="parTrans" cxnId="{F9E9111E-4F3F-449F-921C-9F5769BF8AA3}">
      <dgm:prSet/>
      <dgm:spPr/>
      <dgm:t>
        <a:bodyPr/>
        <a:lstStyle/>
        <a:p>
          <a:endParaRPr lang="en-US"/>
        </a:p>
      </dgm:t>
    </dgm:pt>
    <dgm:pt modelId="{01C98515-839C-4590-8907-5C94AF0D19C8}" type="sibTrans" cxnId="{F9E9111E-4F3F-449F-921C-9F5769BF8AA3}">
      <dgm:prSet/>
      <dgm:spPr/>
      <dgm:t>
        <a:bodyPr/>
        <a:lstStyle/>
        <a:p>
          <a:endParaRPr lang="en-US"/>
        </a:p>
      </dgm:t>
    </dgm:pt>
    <dgm:pt modelId="{7FE3497F-8821-4A93-BCC4-34E4A75149A8}">
      <dgm:prSet/>
      <dgm:spPr/>
      <dgm:t>
        <a:bodyPr/>
        <a:lstStyle/>
        <a:p>
          <a:r>
            <a:rPr lang="en-US"/>
            <a:t>• Yediğimiz lezzetli şeylerin vücudumuza ne kadar enerji verdiğini biliyor muyuz?</a:t>
          </a:r>
        </a:p>
      </dgm:t>
    </dgm:pt>
    <dgm:pt modelId="{81E9A58B-F98A-453F-BABF-CA5BA2143852}" type="parTrans" cxnId="{04A3D307-16DE-4A71-87CC-04FB4F3ED8FD}">
      <dgm:prSet/>
      <dgm:spPr/>
      <dgm:t>
        <a:bodyPr/>
        <a:lstStyle/>
        <a:p>
          <a:endParaRPr lang="en-US"/>
        </a:p>
      </dgm:t>
    </dgm:pt>
    <dgm:pt modelId="{C259ABC8-568D-4B7E-97C0-329337DD3CED}" type="sibTrans" cxnId="{04A3D307-16DE-4A71-87CC-04FB4F3ED8FD}">
      <dgm:prSet/>
      <dgm:spPr/>
      <dgm:t>
        <a:bodyPr/>
        <a:lstStyle/>
        <a:p>
          <a:endParaRPr lang="en-US"/>
        </a:p>
      </dgm:t>
    </dgm:pt>
    <dgm:pt modelId="{43EF1AD9-52BE-4C59-8442-5F1029DCF973}">
      <dgm:prSet/>
      <dgm:spPr/>
      <dgm:t>
        <a:bodyPr/>
        <a:lstStyle/>
        <a:p>
          <a:r>
            <a:rPr lang="en-US"/>
            <a:t>• Bu kalorileri yakmak için ne kadar hareket etmeliyiz?</a:t>
          </a:r>
        </a:p>
      </dgm:t>
    </dgm:pt>
    <dgm:pt modelId="{8E3B5BE5-8F1A-441B-B7F0-95308D6A1330}" type="parTrans" cxnId="{67000A6E-B230-49A4-A256-8192F3D4EAE5}">
      <dgm:prSet/>
      <dgm:spPr/>
      <dgm:t>
        <a:bodyPr/>
        <a:lstStyle/>
        <a:p>
          <a:endParaRPr lang="en-US"/>
        </a:p>
      </dgm:t>
    </dgm:pt>
    <dgm:pt modelId="{368CC30D-42E9-4815-B2C0-F4E8669A26CD}" type="sibTrans" cxnId="{67000A6E-B230-49A4-A256-8192F3D4EAE5}">
      <dgm:prSet/>
      <dgm:spPr/>
      <dgm:t>
        <a:bodyPr/>
        <a:lstStyle/>
        <a:p>
          <a:endParaRPr lang="en-US"/>
        </a:p>
      </dgm:t>
    </dgm:pt>
    <dgm:pt modelId="{3D6B4C64-B6E6-401F-B4E0-7420FD0820D0}" type="pres">
      <dgm:prSet presAssocID="{1FED96AB-9A24-4169-864C-1A25D94A510F}" presName="outerComposite" presStyleCnt="0">
        <dgm:presLayoutVars>
          <dgm:chMax val="5"/>
          <dgm:dir/>
          <dgm:resizeHandles val="exact"/>
        </dgm:presLayoutVars>
      </dgm:prSet>
      <dgm:spPr/>
    </dgm:pt>
    <dgm:pt modelId="{A8AF4AF8-B9CC-457F-A570-75DB8497CABC}" type="pres">
      <dgm:prSet presAssocID="{1FED96AB-9A24-4169-864C-1A25D94A510F}" presName="dummyMaxCanvas" presStyleCnt="0">
        <dgm:presLayoutVars/>
      </dgm:prSet>
      <dgm:spPr/>
    </dgm:pt>
    <dgm:pt modelId="{C8A7AADB-09B4-461B-BA99-B60264B2D40B}" type="pres">
      <dgm:prSet presAssocID="{1FED96AB-9A24-4169-864C-1A25D94A510F}" presName="ThreeNodes_1" presStyleLbl="node1" presStyleIdx="0" presStyleCnt="3">
        <dgm:presLayoutVars>
          <dgm:bulletEnabled val="1"/>
        </dgm:presLayoutVars>
      </dgm:prSet>
      <dgm:spPr/>
    </dgm:pt>
    <dgm:pt modelId="{E591B077-DF6F-417B-B83E-B9215AEDBEA2}" type="pres">
      <dgm:prSet presAssocID="{1FED96AB-9A24-4169-864C-1A25D94A510F}" presName="ThreeNodes_2" presStyleLbl="node1" presStyleIdx="1" presStyleCnt="3">
        <dgm:presLayoutVars>
          <dgm:bulletEnabled val="1"/>
        </dgm:presLayoutVars>
      </dgm:prSet>
      <dgm:spPr/>
    </dgm:pt>
    <dgm:pt modelId="{7D5D89DD-FDFC-427F-9E1B-05CFC8089A1D}" type="pres">
      <dgm:prSet presAssocID="{1FED96AB-9A24-4169-864C-1A25D94A510F}" presName="ThreeNodes_3" presStyleLbl="node1" presStyleIdx="2" presStyleCnt="3">
        <dgm:presLayoutVars>
          <dgm:bulletEnabled val="1"/>
        </dgm:presLayoutVars>
      </dgm:prSet>
      <dgm:spPr/>
    </dgm:pt>
    <dgm:pt modelId="{DD00D2A4-578E-4852-8DFB-E658874C309A}" type="pres">
      <dgm:prSet presAssocID="{1FED96AB-9A24-4169-864C-1A25D94A510F}" presName="ThreeConn_1-2" presStyleLbl="fgAccFollowNode1" presStyleIdx="0" presStyleCnt="2">
        <dgm:presLayoutVars>
          <dgm:bulletEnabled val="1"/>
        </dgm:presLayoutVars>
      </dgm:prSet>
      <dgm:spPr/>
    </dgm:pt>
    <dgm:pt modelId="{C2516479-0EAE-4AA9-8E62-17ED7D8494CF}" type="pres">
      <dgm:prSet presAssocID="{1FED96AB-9A24-4169-864C-1A25D94A510F}" presName="ThreeConn_2-3" presStyleLbl="fgAccFollowNode1" presStyleIdx="1" presStyleCnt="2">
        <dgm:presLayoutVars>
          <dgm:bulletEnabled val="1"/>
        </dgm:presLayoutVars>
      </dgm:prSet>
      <dgm:spPr/>
    </dgm:pt>
    <dgm:pt modelId="{4989776F-4327-4C7D-8367-546B9039DF67}" type="pres">
      <dgm:prSet presAssocID="{1FED96AB-9A24-4169-864C-1A25D94A510F}" presName="ThreeNodes_1_text" presStyleLbl="node1" presStyleIdx="2" presStyleCnt="3">
        <dgm:presLayoutVars>
          <dgm:bulletEnabled val="1"/>
        </dgm:presLayoutVars>
      </dgm:prSet>
      <dgm:spPr/>
    </dgm:pt>
    <dgm:pt modelId="{2FBD4733-A61D-4D80-B55E-0722A937EFB4}" type="pres">
      <dgm:prSet presAssocID="{1FED96AB-9A24-4169-864C-1A25D94A510F}" presName="ThreeNodes_2_text" presStyleLbl="node1" presStyleIdx="2" presStyleCnt="3">
        <dgm:presLayoutVars>
          <dgm:bulletEnabled val="1"/>
        </dgm:presLayoutVars>
      </dgm:prSet>
      <dgm:spPr/>
    </dgm:pt>
    <dgm:pt modelId="{34AB1BB3-910A-494C-818F-567570CCB445}" type="pres">
      <dgm:prSet presAssocID="{1FED96AB-9A24-4169-864C-1A25D94A510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4A3D307-16DE-4A71-87CC-04FB4F3ED8FD}" srcId="{1FED96AB-9A24-4169-864C-1A25D94A510F}" destId="{7FE3497F-8821-4A93-BCC4-34E4A75149A8}" srcOrd="1" destOrd="0" parTransId="{81E9A58B-F98A-453F-BABF-CA5BA2143852}" sibTransId="{C259ABC8-568D-4B7E-97C0-329337DD3CED}"/>
    <dgm:cxn modelId="{F9E9111E-4F3F-449F-921C-9F5769BF8AA3}" srcId="{1FED96AB-9A24-4169-864C-1A25D94A510F}" destId="{BCA889B6-9F06-40C9-A7BB-C65D6A3F1A27}" srcOrd="0" destOrd="0" parTransId="{447E2DD0-31F4-459D-B65A-2D37B4D26F65}" sibTransId="{01C98515-839C-4590-8907-5C94AF0D19C8}"/>
    <dgm:cxn modelId="{67000A6E-B230-49A4-A256-8192F3D4EAE5}" srcId="{1FED96AB-9A24-4169-864C-1A25D94A510F}" destId="{43EF1AD9-52BE-4C59-8442-5F1029DCF973}" srcOrd="2" destOrd="0" parTransId="{8E3B5BE5-8F1A-441B-B7F0-95308D6A1330}" sibTransId="{368CC30D-42E9-4815-B2C0-F4E8669A26CD}"/>
    <dgm:cxn modelId="{AB88B24E-8226-4964-B8B9-AF78A76D204C}" type="presOf" srcId="{7FE3497F-8821-4A93-BCC4-34E4A75149A8}" destId="{2FBD4733-A61D-4D80-B55E-0722A937EFB4}" srcOrd="1" destOrd="0" presId="urn:microsoft.com/office/officeart/2005/8/layout/vProcess5"/>
    <dgm:cxn modelId="{E282F586-B22B-4707-BCA0-3113A5B6E5DF}" type="presOf" srcId="{BCA889B6-9F06-40C9-A7BB-C65D6A3F1A27}" destId="{C8A7AADB-09B4-461B-BA99-B60264B2D40B}" srcOrd="0" destOrd="0" presId="urn:microsoft.com/office/officeart/2005/8/layout/vProcess5"/>
    <dgm:cxn modelId="{1BB6C999-434D-4FE7-92FF-06560ABCBBE4}" type="presOf" srcId="{7FE3497F-8821-4A93-BCC4-34E4A75149A8}" destId="{E591B077-DF6F-417B-B83E-B9215AEDBEA2}" srcOrd="0" destOrd="0" presId="urn:microsoft.com/office/officeart/2005/8/layout/vProcess5"/>
    <dgm:cxn modelId="{C9E954A8-36BF-43CF-9D45-49C9CF5B6659}" type="presOf" srcId="{C259ABC8-568D-4B7E-97C0-329337DD3CED}" destId="{C2516479-0EAE-4AA9-8E62-17ED7D8494CF}" srcOrd="0" destOrd="0" presId="urn:microsoft.com/office/officeart/2005/8/layout/vProcess5"/>
    <dgm:cxn modelId="{1B9F9BBA-A9B3-49B7-96FA-51CF9A180068}" type="presOf" srcId="{01C98515-839C-4590-8907-5C94AF0D19C8}" destId="{DD00D2A4-578E-4852-8DFB-E658874C309A}" srcOrd="0" destOrd="0" presId="urn:microsoft.com/office/officeart/2005/8/layout/vProcess5"/>
    <dgm:cxn modelId="{3AE7ADC9-554E-4F81-8C68-F11940C3827E}" type="presOf" srcId="{1FED96AB-9A24-4169-864C-1A25D94A510F}" destId="{3D6B4C64-B6E6-401F-B4E0-7420FD0820D0}" srcOrd="0" destOrd="0" presId="urn:microsoft.com/office/officeart/2005/8/layout/vProcess5"/>
    <dgm:cxn modelId="{C55AA3DD-9245-4BDA-B14A-5BC63EA0C305}" type="presOf" srcId="{43EF1AD9-52BE-4C59-8442-5F1029DCF973}" destId="{34AB1BB3-910A-494C-818F-567570CCB445}" srcOrd="1" destOrd="0" presId="urn:microsoft.com/office/officeart/2005/8/layout/vProcess5"/>
    <dgm:cxn modelId="{7CD68CEE-DEF7-443D-8BE7-29C1E1D86B9C}" type="presOf" srcId="{43EF1AD9-52BE-4C59-8442-5F1029DCF973}" destId="{7D5D89DD-FDFC-427F-9E1B-05CFC8089A1D}" srcOrd="0" destOrd="0" presId="urn:microsoft.com/office/officeart/2005/8/layout/vProcess5"/>
    <dgm:cxn modelId="{22587BF7-FCD7-41C7-9502-67CB8F520081}" type="presOf" srcId="{BCA889B6-9F06-40C9-A7BB-C65D6A3F1A27}" destId="{4989776F-4327-4C7D-8367-546B9039DF67}" srcOrd="1" destOrd="0" presId="urn:microsoft.com/office/officeart/2005/8/layout/vProcess5"/>
    <dgm:cxn modelId="{57E73CB5-EFB3-4EA2-9C58-4E4A4CFFE312}" type="presParOf" srcId="{3D6B4C64-B6E6-401F-B4E0-7420FD0820D0}" destId="{A8AF4AF8-B9CC-457F-A570-75DB8497CABC}" srcOrd="0" destOrd="0" presId="urn:microsoft.com/office/officeart/2005/8/layout/vProcess5"/>
    <dgm:cxn modelId="{A8F93142-9660-4F47-8F7A-78273A6C16AD}" type="presParOf" srcId="{3D6B4C64-B6E6-401F-B4E0-7420FD0820D0}" destId="{C8A7AADB-09B4-461B-BA99-B60264B2D40B}" srcOrd="1" destOrd="0" presId="urn:microsoft.com/office/officeart/2005/8/layout/vProcess5"/>
    <dgm:cxn modelId="{8D5E1775-0245-4D42-B263-D8584B122227}" type="presParOf" srcId="{3D6B4C64-B6E6-401F-B4E0-7420FD0820D0}" destId="{E591B077-DF6F-417B-B83E-B9215AEDBEA2}" srcOrd="2" destOrd="0" presId="urn:microsoft.com/office/officeart/2005/8/layout/vProcess5"/>
    <dgm:cxn modelId="{E7CA5EAB-C4A2-45A8-87A3-8B6D339B4B27}" type="presParOf" srcId="{3D6B4C64-B6E6-401F-B4E0-7420FD0820D0}" destId="{7D5D89DD-FDFC-427F-9E1B-05CFC8089A1D}" srcOrd="3" destOrd="0" presId="urn:microsoft.com/office/officeart/2005/8/layout/vProcess5"/>
    <dgm:cxn modelId="{BEFCF359-EC71-4195-B88D-A308C82F03E1}" type="presParOf" srcId="{3D6B4C64-B6E6-401F-B4E0-7420FD0820D0}" destId="{DD00D2A4-578E-4852-8DFB-E658874C309A}" srcOrd="4" destOrd="0" presId="urn:microsoft.com/office/officeart/2005/8/layout/vProcess5"/>
    <dgm:cxn modelId="{A6615495-FDEE-413C-AB93-F3CE52E36415}" type="presParOf" srcId="{3D6B4C64-B6E6-401F-B4E0-7420FD0820D0}" destId="{C2516479-0EAE-4AA9-8E62-17ED7D8494CF}" srcOrd="5" destOrd="0" presId="urn:microsoft.com/office/officeart/2005/8/layout/vProcess5"/>
    <dgm:cxn modelId="{95A1651C-CB46-4466-8EF6-E0727C1FA8C5}" type="presParOf" srcId="{3D6B4C64-B6E6-401F-B4E0-7420FD0820D0}" destId="{4989776F-4327-4C7D-8367-546B9039DF67}" srcOrd="6" destOrd="0" presId="urn:microsoft.com/office/officeart/2005/8/layout/vProcess5"/>
    <dgm:cxn modelId="{456463B1-98E6-43C7-9009-D2E935548C78}" type="presParOf" srcId="{3D6B4C64-B6E6-401F-B4E0-7420FD0820D0}" destId="{2FBD4733-A61D-4D80-B55E-0722A937EFB4}" srcOrd="7" destOrd="0" presId="urn:microsoft.com/office/officeart/2005/8/layout/vProcess5"/>
    <dgm:cxn modelId="{18AFDF95-EF28-43B2-8E42-0977AEF2EFD0}" type="presParOf" srcId="{3D6B4C64-B6E6-401F-B4E0-7420FD0820D0}" destId="{34AB1BB3-910A-494C-818F-567570CCB44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B9A411-061A-4D61-A2F5-4B3AF1AFD62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7DED5B3-D192-4749-9AB2-49B07515D8A2}">
      <dgm:prSet/>
      <dgm:spPr/>
      <dgm:t>
        <a:bodyPr/>
        <a:lstStyle/>
        <a:p>
          <a:r>
            <a:rPr lang="en-US"/>
            <a:t>• Python programlama dilini kullanarak bir web sitesi tasarladım.</a:t>
          </a:r>
        </a:p>
      </dgm:t>
    </dgm:pt>
    <dgm:pt modelId="{4CD8FADF-BE36-4A36-967D-BE0AEB222682}" type="parTrans" cxnId="{3271956F-0C39-4B7A-9AD4-3D78E5F8C9B8}">
      <dgm:prSet/>
      <dgm:spPr/>
      <dgm:t>
        <a:bodyPr/>
        <a:lstStyle/>
        <a:p>
          <a:endParaRPr lang="en-US"/>
        </a:p>
      </dgm:t>
    </dgm:pt>
    <dgm:pt modelId="{45B5B2EF-64C4-4D60-847F-1851E0BD0947}" type="sibTrans" cxnId="{3271956F-0C39-4B7A-9AD4-3D78E5F8C9B8}">
      <dgm:prSet/>
      <dgm:spPr/>
      <dgm:t>
        <a:bodyPr/>
        <a:lstStyle/>
        <a:p>
          <a:endParaRPr lang="en-US"/>
        </a:p>
      </dgm:t>
    </dgm:pt>
    <dgm:pt modelId="{F5D6B664-3CE1-47DD-99DB-3798DC79205C}">
      <dgm:prSet/>
      <dgm:spPr/>
      <dgm:t>
        <a:bodyPr/>
        <a:lstStyle/>
        <a:p>
          <a:r>
            <a:rPr lang="en-US"/>
            <a:t>• Matematiği site yapıyor, biz sadece yemek seçiyoruz.</a:t>
          </a:r>
        </a:p>
      </dgm:t>
    </dgm:pt>
    <dgm:pt modelId="{FF617FBA-F2BE-4FDD-A5E1-46E2EE7E80FB}" type="parTrans" cxnId="{7941D704-3875-4E75-A001-CB29F7AD9689}">
      <dgm:prSet/>
      <dgm:spPr/>
      <dgm:t>
        <a:bodyPr/>
        <a:lstStyle/>
        <a:p>
          <a:endParaRPr lang="en-US"/>
        </a:p>
      </dgm:t>
    </dgm:pt>
    <dgm:pt modelId="{C1C69C33-6D4A-46AE-BB5E-943272A7DD2A}" type="sibTrans" cxnId="{7941D704-3875-4E75-A001-CB29F7AD9689}">
      <dgm:prSet/>
      <dgm:spPr/>
      <dgm:t>
        <a:bodyPr/>
        <a:lstStyle/>
        <a:p>
          <a:endParaRPr lang="en-US"/>
        </a:p>
      </dgm:t>
    </dgm:pt>
    <dgm:pt modelId="{B4FFB0C5-DFD7-425F-AA2D-42E58660A17C}">
      <dgm:prSet/>
      <dgm:spPr/>
      <dgm:t>
        <a:bodyPr/>
        <a:lstStyle/>
        <a:p>
          <a:r>
            <a:rPr lang="en-US"/>
            <a:t>• Teknolojiyi kullanarak sağlıklı yaşam bilinci oluşturmayı hedefledim.</a:t>
          </a:r>
        </a:p>
      </dgm:t>
    </dgm:pt>
    <dgm:pt modelId="{5CDB5B8D-AF3B-428A-B031-2B0FA92D0111}" type="parTrans" cxnId="{E799C9F1-32D0-43CD-9DE1-23CFE1C77DF3}">
      <dgm:prSet/>
      <dgm:spPr/>
      <dgm:t>
        <a:bodyPr/>
        <a:lstStyle/>
        <a:p>
          <a:endParaRPr lang="en-US"/>
        </a:p>
      </dgm:t>
    </dgm:pt>
    <dgm:pt modelId="{D94815A1-C47F-476F-9DD0-ABF87597B67E}" type="sibTrans" cxnId="{E799C9F1-32D0-43CD-9DE1-23CFE1C77DF3}">
      <dgm:prSet/>
      <dgm:spPr/>
      <dgm:t>
        <a:bodyPr/>
        <a:lstStyle/>
        <a:p>
          <a:endParaRPr lang="en-US"/>
        </a:p>
      </dgm:t>
    </dgm:pt>
    <dgm:pt modelId="{99B5531F-7177-492C-918D-2C202D75C37F}" type="pres">
      <dgm:prSet presAssocID="{56B9A411-061A-4D61-A2F5-4B3AF1AFD622}" presName="root" presStyleCnt="0">
        <dgm:presLayoutVars>
          <dgm:dir/>
          <dgm:resizeHandles val="exact"/>
        </dgm:presLayoutVars>
      </dgm:prSet>
      <dgm:spPr/>
    </dgm:pt>
    <dgm:pt modelId="{39BBEC89-6AF9-4C19-B119-1CE7ED259736}" type="pres">
      <dgm:prSet presAssocID="{77DED5B3-D192-4749-9AB2-49B07515D8A2}" presName="compNode" presStyleCnt="0"/>
      <dgm:spPr/>
    </dgm:pt>
    <dgm:pt modelId="{7645B416-BF82-4A07-8679-DF5FD225C85B}" type="pres">
      <dgm:prSet presAssocID="{77DED5B3-D192-4749-9AB2-49B07515D8A2}" presName="bgRect" presStyleLbl="bgShp" presStyleIdx="0" presStyleCnt="3"/>
      <dgm:spPr/>
    </dgm:pt>
    <dgm:pt modelId="{C05AABFB-103B-4AEB-843D-8710902E2B30}" type="pres">
      <dgm:prSet presAssocID="{77DED5B3-D192-4749-9AB2-49B07515D8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4D21D1A-1B20-4452-A1D7-DA95DDD03A20}" type="pres">
      <dgm:prSet presAssocID="{77DED5B3-D192-4749-9AB2-49B07515D8A2}" presName="spaceRect" presStyleCnt="0"/>
      <dgm:spPr/>
    </dgm:pt>
    <dgm:pt modelId="{05445494-FFF4-49EA-BC13-4E83E53DE523}" type="pres">
      <dgm:prSet presAssocID="{77DED5B3-D192-4749-9AB2-49B07515D8A2}" presName="parTx" presStyleLbl="revTx" presStyleIdx="0" presStyleCnt="3">
        <dgm:presLayoutVars>
          <dgm:chMax val="0"/>
          <dgm:chPref val="0"/>
        </dgm:presLayoutVars>
      </dgm:prSet>
      <dgm:spPr/>
    </dgm:pt>
    <dgm:pt modelId="{CFA23089-65A9-41E4-9BE9-57417AC6A50E}" type="pres">
      <dgm:prSet presAssocID="{45B5B2EF-64C4-4D60-847F-1851E0BD0947}" presName="sibTrans" presStyleCnt="0"/>
      <dgm:spPr/>
    </dgm:pt>
    <dgm:pt modelId="{98139713-DC90-46F7-A6A7-C12EFA2A62F8}" type="pres">
      <dgm:prSet presAssocID="{F5D6B664-3CE1-47DD-99DB-3798DC79205C}" presName="compNode" presStyleCnt="0"/>
      <dgm:spPr/>
    </dgm:pt>
    <dgm:pt modelId="{9E08B465-A1B3-4FBF-BDC4-DC757DDFE0AB}" type="pres">
      <dgm:prSet presAssocID="{F5D6B664-3CE1-47DD-99DB-3798DC79205C}" presName="bgRect" presStyleLbl="bgShp" presStyleIdx="1" presStyleCnt="3"/>
      <dgm:spPr/>
    </dgm:pt>
    <dgm:pt modelId="{4A083DB4-2EB1-4F95-9DCC-0043AB7F915F}" type="pres">
      <dgm:prSet presAssocID="{F5D6B664-3CE1-47DD-99DB-3798DC79205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C95D9528-7177-4428-9101-5CA9BA3FC10A}" type="pres">
      <dgm:prSet presAssocID="{F5D6B664-3CE1-47DD-99DB-3798DC79205C}" presName="spaceRect" presStyleCnt="0"/>
      <dgm:spPr/>
    </dgm:pt>
    <dgm:pt modelId="{A3795536-2F0F-472A-8CB1-E70E38111DCD}" type="pres">
      <dgm:prSet presAssocID="{F5D6B664-3CE1-47DD-99DB-3798DC79205C}" presName="parTx" presStyleLbl="revTx" presStyleIdx="1" presStyleCnt="3">
        <dgm:presLayoutVars>
          <dgm:chMax val="0"/>
          <dgm:chPref val="0"/>
        </dgm:presLayoutVars>
      </dgm:prSet>
      <dgm:spPr/>
    </dgm:pt>
    <dgm:pt modelId="{BAE7CC37-F124-460C-A74E-D2BC668DF7FC}" type="pres">
      <dgm:prSet presAssocID="{C1C69C33-6D4A-46AE-BB5E-943272A7DD2A}" presName="sibTrans" presStyleCnt="0"/>
      <dgm:spPr/>
    </dgm:pt>
    <dgm:pt modelId="{E1AC10AF-9D2C-4FED-A7A6-76CC7802D307}" type="pres">
      <dgm:prSet presAssocID="{B4FFB0C5-DFD7-425F-AA2D-42E58660A17C}" presName="compNode" presStyleCnt="0"/>
      <dgm:spPr/>
    </dgm:pt>
    <dgm:pt modelId="{4BD1D4BE-F28E-465D-AFB1-63CB91080E82}" type="pres">
      <dgm:prSet presAssocID="{B4FFB0C5-DFD7-425F-AA2D-42E58660A17C}" presName="bgRect" presStyleLbl="bgShp" presStyleIdx="2" presStyleCnt="3"/>
      <dgm:spPr/>
    </dgm:pt>
    <dgm:pt modelId="{3D5DDFDC-71F3-4180-AB2E-07C69EBEE253}" type="pres">
      <dgm:prSet presAssocID="{B4FFB0C5-DFD7-425F-AA2D-42E58660A17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783ED884-C3C0-4E93-B45B-5AF9B28A9591}" type="pres">
      <dgm:prSet presAssocID="{B4FFB0C5-DFD7-425F-AA2D-42E58660A17C}" presName="spaceRect" presStyleCnt="0"/>
      <dgm:spPr/>
    </dgm:pt>
    <dgm:pt modelId="{BAF5CCC8-010B-45C7-8639-AB7FCC5B06F4}" type="pres">
      <dgm:prSet presAssocID="{B4FFB0C5-DFD7-425F-AA2D-42E58660A17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941D704-3875-4E75-A001-CB29F7AD9689}" srcId="{56B9A411-061A-4D61-A2F5-4B3AF1AFD622}" destId="{F5D6B664-3CE1-47DD-99DB-3798DC79205C}" srcOrd="1" destOrd="0" parTransId="{FF617FBA-F2BE-4FDD-A5E1-46E2EE7E80FB}" sibTransId="{C1C69C33-6D4A-46AE-BB5E-943272A7DD2A}"/>
    <dgm:cxn modelId="{B3B71B36-D761-4017-BB76-FBCF780D18E3}" type="presOf" srcId="{56B9A411-061A-4D61-A2F5-4B3AF1AFD622}" destId="{99B5531F-7177-492C-918D-2C202D75C37F}" srcOrd="0" destOrd="0" presId="urn:microsoft.com/office/officeart/2018/2/layout/IconVerticalSolidList"/>
    <dgm:cxn modelId="{3271956F-0C39-4B7A-9AD4-3D78E5F8C9B8}" srcId="{56B9A411-061A-4D61-A2F5-4B3AF1AFD622}" destId="{77DED5B3-D192-4749-9AB2-49B07515D8A2}" srcOrd="0" destOrd="0" parTransId="{4CD8FADF-BE36-4A36-967D-BE0AEB222682}" sibTransId="{45B5B2EF-64C4-4D60-847F-1851E0BD0947}"/>
    <dgm:cxn modelId="{8A93A054-0D77-4D7E-A49E-628E7B31434B}" type="presOf" srcId="{77DED5B3-D192-4749-9AB2-49B07515D8A2}" destId="{05445494-FFF4-49EA-BC13-4E83E53DE523}" srcOrd="0" destOrd="0" presId="urn:microsoft.com/office/officeart/2018/2/layout/IconVerticalSolidList"/>
    <dgm:cxn modelId="{ECBEBACD-E8D3-43F4-AFCA-05832E52A1DA}" type="presOf" srcId="{B4FFB0C5-DFD7-425F-AA2D-42E58660A17C}" destId="{BAF5CCC8-010B-45C7-8639-AB7FCC5B06F4}" srcOrd="0" destOrd="0" presId="urn:microsoft.com/office/officeart/2018/2/layout/IconVerticalSolidList"/>
    <dgm:cxn modelId="{6EFF1AF0-A21E-4B61-91EA-D9F4DD7D109F}" type="presOf" srcId="{F5D6B664-3CE1-47DD-99DB-3798DC79205C}" destId="{A3795536-2F0F-472A-8CB1-E70E38111DCD}" srcOrd="0" destOrd="0" presId="urn:microsoft.com/office/officeart/2018/2/layout/IconVerticalSolidList"/>
    <dgm:cxn modelId="{E799C9F1-32D0-43CD-9DE1-23CFE1C77DF3}" srcId="{56B9A411-061A-4D61-A2F5-4B3AF1AFD622}" destId="{B4FFB0C5-DFD7-425F-AA2D-42E58660A17C}" srcOrd="2" destOrd="0" parTransId="{5CDB5B8D-AF3B-428A-B031-2B0FA92D0111}" sibTransId="{D94815A1-C47F-476F-9DD0-ABF87597B67E}"/>
    <dgm:cxn modelId="{76BFD778-7633-4306-8299-9E52D7274259}" type="presParOf" srcId="{99B5531F-7177-492C-918D-2C202D75C37F}" destId="{39BBEC89-6AF9-4C19-B119-1CE7ED259736}" srcOrd="0" destOrd="0" presId="urn:microsoft.com/office/officeart/2018/2/layout/IconVerticalSolidList"/>
    <dgm:cxn modelId="{09D5AE2C-3715-4E64-A51F-2599319E4301}" type="presParOf" srcId="{39BBEC89-6AF9-4C19-B119-1CE7ED259736}" destId="{7645B416-BF82-4A07-8679-DF5FD225C85B}" srcOrd="0" destOrd="0" presId="urn:microsoft.com/office/officeart/2018/2/layout/IconVerticalSolidList"/>
    <dgm:cxn modelId="{0B18FA63-A97E-4C17-A29E-BF26FF3D4C64}" type="presParOf" srcId="{39BBEC89-6AF9-4C19-B119-1CE7ED259736}" destId="{C05AABFB-103B-4AEB-843D-8710902E2B30}" srcOrd="1" destOrd="0" presId="urn:microsoft.com/office/officeart/2018/2/layout/IconVerticalSolidList"/>
    <dgm:cxn modelId="{E33C0FF2-B876-4701-9D98-7B2F780D6CAB}" type="presParOf" srcId="{39BBEC89-6AF9-4C19-B119-1CE7ED259736}" destId="{44D21D1A-1B20-4452-A1D7-DA95DDD03A20}" srcOrd="2" destOrd="0" presId="urn:microsoft.com/office/officeart/2018/2/layout/IconVerticalSolidList"/>
    <dgm:cxn modelId="{CBBFA66D-F84E-4C48-A559-E4A6B84EE834}" type="presParOf" srcId="{39BBEC89-6AF9-4C19-B119-1CE7ED259736}" destId="{05445494-FFF4-49EA-BC13-4E83E53DE523}" srcOrd="3" destOrd="0" presId="urn:microsoft.com/office/officeart/2018/2/layout/IconVerticalSolidList"/>
    <dgm:cxn modelId="{D44803AD-165F-4776-976E-151A5F332E86}" type="presParOf" srcId="{99B5531F-7177-492C-918D-2C202D75C37F}" destId="{CFA23089-65A9-41E4-9BE9-57417AC6A50E}" srcOrd="1" destOrd="0" presId="urn:microsoft.com/office/officeart/2018/2/layout/IconVerticalSolidList"/>
    <dgm:cxn modelId="{1453E275-BC79-466F-A1C4-F19499834D11}" type="presParOf" srcId="{99B5531F-7177-492C-918D-2C202D75C37F}" destId="{98139713-DC90-46F7-A6A7-C12EFA2A62F8}" srcOrd="2" destOrd="0" presId="urn:microsoft.com/office/officeart/2018/2/layout/IconVerticalSolidList"/>
    <dgm:cxn modelId="{21FCB935-8C14-4121-9B4F-E95D2403C522}" type="presParOf" srcId="{98139713-DC90-46F7-A6A7-C12EFA2A62F8}" destId="{9E08B465-A1B3-4FBF-BDC4-DC757DDFE0AB}" srcOrd="0" destOrd="0" presId="urn:microsoft.com/office/officeart/2018/2/layout/IconVerticalSolidList"/>
    <dgm:cxn modelId="{A454A8BA-56DB-46BB-AC3B-1C9051F77717}" type="presParOf" srcId="{98139713-DC90-46F7-A6A7-C12EFA2A62F8}" destId="{4A083DB4-2EB1-4F95-9DCC-0043AB7F915F}" srcOrd="1" destOrd="0" presId="urn:microsoft.com/office/officeart/2018/2/layout/IconVerticalSolidList"/>
    <dgm:cxn modelId="{D57429A0-CB01-4F37-9059-AE33E33ACBDC}" type="presParOf" srcId="{98139713-DC90-46F7-A6A7-C12EFA2A62F8}" destId="{C95D9528-7177-4428-9101-5CA9BA3FC10A}" srcOrd="2" destOrd="0" presId="urn:microsoft.com/office/officeart/2018/2/layout/IconVerticalSolidList"/>
    <dgm:cxn modelId="{CAFB2859-CEEC-478E-B65A-83A270A177CD}" type="presParOf" srcId="{98139713-DC90-46F7-A6A7-C12EFA2A62F8}" destId="{A3795536-2F0F-472A-8CB1-E70E38111DCD}" srcOrd="3" destOrd="0" presId="urn:microsoft.com/office/officeart/2018/2/layout/IconVerticalSolidList"/>
    <dgm:cxn modelId="{41FAD242-354D-4870-B81E-9214CF4747D6}" type="presParOf" srcId="{99B5531F-7177-492C-918D-2C202D75C37F}" destId="{BAE7CC37-F124-460C-A74E-D2BC668DF7FC}" srcOrd="3" destOrd="0" presId="urn:microsoft.com/office/officeart/2018/2/layout/IconVerticalSolidList"/>
    <dgm:cxn modelId="{843AE6A8-E1D5-47B9-BBC7-3FFC64E5B0F8}" type="presParOf" srcId="{99B5531F-7177-492C-918D-2C202D75C37F}" destId="{E1AC10AF-9D2C-4FED-A7A6-76CC7802D307}" srcOrd="4" destOrd="0" presId="urn:microsoft.com/office/officeart/2018/2/layout/IconVerticalSolidList"/>
    <dgm:cxn modelId="{6F10BA57-4C4D-4847-A082-A8B330040EDB}" type="presParOf" srcId="{E1AC10AF-9D2C-4FED-A7A6-76CC7802D307}" destId="{4BD1D4BE-F28E-465D-AFB1-63CB91080E82}" srcOrd="0" destOrd="0" presId="urn:microsoft.com/office/officeart/2018/2/layout/IconVerticalSolidList"/>
    <dgm:cxn modelId="{2000556D-B90A-4FB7-9AF7-2BE7DFFF1E3A}" type="presParOf" srcId="{E1AC10AF-9D2C-4FED-A7A6-76CC7802D307}" destId="{3D5DDFDC-71F3-4180-AB2E-07C69EBEE253}" srcOrd="1" destOrd="0" presId="urn:microsoft.com/office/officeart/2018/2/layout/IconVerticalSolidList"/>
    <dgm:cxn modelId="{A294F643-D5EA-4450-8DE5-1B38993B57B9}" type="presParOf" srcId="{E1AC10AF-9D2C-4FED-A7A6-76CC7802D307}" destId="{783ED884-C3C0-4E93-B45B-5AF9B28A9591}" srcOrd="2" destOrd="0" presId="urn:microsoft.com/office/officeart/2018/2/layout/IconVerticalSolidList"/>
    <dgm:cxn modelId="{7A25234B-B611-41C3-A478-BD8F63617AAF}" type="presParOf" srcId="{E1AC10AF-9D2C-4FED-A7A6-76CC7802D307}" destId="{BAF5CCC8-010B-45C7-8639-AB7FCC5B06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FF1D82-85E2-41BB-9CB9-63A4F208444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C7A35AE-5E40-439D-9CFF-B527E7DB77DE}">
      <dgm:prSet/>
      <dgm:spPr/>
      <dgm:t>
        <a:bodyPr/>
        <a:lstStyle/>
        <a:p>
          <a:r>
            <a:rPr lang="en-US"/>
            <a:t>• Python (Flask): Sitenin beyni. Hesaplamaları yapar. 🧠</a:t>
          </a:r>
        </a:p>
      </dgm:t>
    </dgm:pt>
    <dgm:pt modelId="{F46FA318-BE12-46BF-AE7A-DD5D76CAAB1F}" type="parTrans" cxnId="{E0C4E821-EF56-4CAF-A67A-7EBAEC0181C8}">
      <dgm:prSet/>
      <dgm:spPr/>
      <dgm:t>
        <a:bodyPr/>
        <a:lstStyle/>
        <a:p>
          <a:endParaRPr lang="en-US"/>
        </a:p>
      </dgm:t>
    </dgm:pt>
    <dgm:pt modelId="{8FC17A2A-011D-4734-9B4E-E063D796E903}" type="sibTrans" cxnId="{E0C4E821-EF56-4CAF-A67A-7EBAEC0181C8}">
      <dgm:prSet/>
      <dgm:spPr/>
      <dgm:t>
        <a:bodyPr/>
        <a:lstStyle/>
        <a:p>
          <a:endParaRPr lang="en-US"/>
        </a:p>
      </dgm:t>
    </dgm:pt>
    <dgm:pt modelId="{0267A1A8-F639-4D20-BA04-4D4B5C2B3C44}">
      <dgm:prSet/>
      <dgm:spPr/>
      <dgm:t>
        <a:bodyPr/>
        <a:lstStyle/>
        <a:p>
          <a:r>
            <a:rPr lang="en-US"/>
            <a:t>• HTML: Sitenin iskeleti. Resimlerin ve yazıların yerini belirler. 🦴</a:t>
          </a:r>
        </a:p>
      </dgm:t>
    </dgm:pt>
    <dgm:pt modelId="{0A3CADD5-3E2C-4801-8F6E-3A086EA6A16F}" type="parTrans" cxnId="{536034EE-F962-498A-8430-2158A428C5F2}">
      <dgm:prSet/>
      <dgm:spPr/>
      <dgm:t>
        <a:bodyPr/>
        <a:lstStyle/>
        <a:p>
          <a:endParaRPr lang="en-US"/>
        </a:p>
      </dgm:t>
    </dgm:pt>
    <dgm:pt modelId="{5FAB9A2C-8E6E-4DEB-AEC6-3E08C72DD6AE}" type="sibTrans" cxnId="{536034EE-F962-498A-8430-2158A428C5F2}">
      <dgm:prSet/>
      <dgm:spPr/>
      <dgm:t>
        <a:bodyPr/>
        <a:lstStyle/>
        <a:p>
          <a:endParaRPr lang="en-US"/>
        </a:p>
      </dgm:t>
    </dgm:pt>
    <dgm:pt modelId="{CE53909F-9ACA-4B8E-AB66-CB388284B16B}">
      <dgm:prSet/>
      <dgm:spPr/>
      <dgm:t>
        <a:bodyPr/>
        <a:lstStyle/>
        <a:p>
          <a:r>
            <a:rPr lang="en-US"/>
            <a:t>• CSS: Sitenin kıyafeti. Renkleri ve tasarımı güzelleştirir. 🎨</a:t>
          </a:r>
        </a:p>
      </dgm:t>
    </dgm:pt>
    <dgm:pt modelId="{21C074F3-A920-40F7-8B4D-A482C4AC57A4}" type="parTrans" cxnId="{3F0D6A0E-63DF-4F2C-84B9-E73B327E5538}">
      <dgm:prSet/>
      <dgm:spPr/>
      <dgm:t>
        <a:bodyPr/>
        <a:lstStyle/>
        <a:p>
          <a:endParaRPr lang="en-US"/>
        </a:p>
      </dgm:t>
    </dgm:pt>
    <dgm:pt modelId="{761DC1DD-FA1F-4DCD-9A0F-D66C88C43CF4}" type="sibTrans" cxnId="{3F0D6A0E-63DF-4F2C-84B9-E73B327E5538}">
      <dgm:prSet/>
      <dgm:spPr/>
      <dgm:t>
        <a:bodyPr/>
        <a:lstStyle/>
        <a:p>
          <a:endParaRPr lang="en-US"/>
        </a:p>
      </dgm:t>
    </dgm:pt>
    <dgm:pt modelId="{7131B2DB-9299-4A4C-B8A8-97968A326AA5}" type="pres">
      <dgm:prSet presAssocID="{42FF1D82-85E2-41BB-9CB9-63A4F2084445}" presName="root" presStyleCnt="0">
        <dgm:presLayoutVars>
          <dgm:dir/>
          <dgm:resizeHandles val="exact"/>
        </dgm:presLayoutVars>
      </dgm:prSet>
      <dgm:spPr/>
    </dgm:pt>
    <dgm:pt modelId="{843FCCC8-736D-46E1-9CC7-2078D8B3CB83}" type="pres">
      <dgm:prSet presAssocID="{DC7A35AE-5E40-439D-9CFF-B527E7DB77DE}" presName="compNode" presStyleCnt="0"/>
      <dgm:spPr/>
    </dgm:pt>
    <dgm:pt modelId="{A3130B48-DE30-4ED9-BD86-9F05BAE82D1D}" type="pres">
      <dgm:prSet presAssocID="{DC7A35AE-5E40-439D-9CFF-B527E7DB77DE}" presName="bgRect" presStyleLbl="bgShp" presStyleIdx="0" presStyleCnt="3"/>
      <dgm:spPr/>
    </dgm:pt>
    <dgm:pt modelId="{F584AC53-2097-40D4-B8A4-6A10691C8710}" type="pres">
      <dgm:prSet presAssocID="{DC7A35AE-5E40-439D-9CFF-B527E7DB77D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0512AE4F-A813-404C-857D-07B627DB45AE}" type="pres">
      <dgm:prSet presAssocID="{DC7A35AE-5E40-439D-9CFF-B527E7DB77DE}" presName="spaceRect" presStyleCnt="0"/>
      <dgm:spPr/>
    </dgm:pt>
    <dgm:pt modelId="{611828DE-31B6-48B9-8459-E7FCE995F1C7}" type="pres">
      <dgm:prSet presAssocID="{DC7A35AE-5E40-439D-9CFF-B527E7DB77DE}" presName="parTx" presStyleLbl="revTx" presStyleIdx="0" presStyleCnt="3">
        <dgm:presLayoutVars>
          <dgm:chMax val="0"/>
          <dgm:chPref val="0"/>
        </dgm:presLayoutVars>
      </dgm:prSet>
      <dgm:spPr/>
    </dgm:pt>
    <dgm:pt modelId="{0FC8656C-5777-424C-8CE8-2C73738D2D30}" type="pres">
      <dgm:prSet presAssocID="{8FC17A2A-011D-4734-9B4E-E063D796E903}" presName="sibTrans" presStyleCnt="0"/>
      <dgm:spPr/>
    </dgm:pt>
    <dgm:pt modelId="{0EADD21A-7BD7-4FBA-B2A9-BD085A9B5E7F}" type="pres">
      <dgm:prSet presAssocID="{0267A1A8-F639-4D20-BA04-4D4B5C2B3C44}" presName="compNode" presStyleCnt="0"/>
      <dgm:spPr/>
    </dgm:pt>
    <dgm:pt modelId="{EBAD6D5B-2B6C-42F8-8BEA-18D1BE345375}" type="pres">
      <dgm:prSet presAssocID="{0267A1A8-F639-4D20-BA04-4D4B5C2B3C44}" presName="bgRect" presStyleLbl="bgShp" presStyleIdx="1" presStyleCnt="3"/>
      <dgm:spPr/>
    </dgm:pt>
    <dgm:pt modelId="{7F8E38E3-27D9-4BD3-92E1-61F21281FA23}" type="pres">
      <dgm:prSet presAssocID="{0267A1A8-F639-4D20-BA04-4D4B5C2B3C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2058B7E-0E21-4D50-93F2-A6AE2E77DACE}" type="pres">
      <dgm:prSet presAssocID="{0267A1A8-F639-4D20-BA04-4D4B5C2B3C44}" presName="spaceRect" presStyleCnt="0"/>
      <dgm:spPr/>
    </dgm:pt>
    <dgm:pt modelId="{8F479130-B8A8-4E73-9F90-EFBBA84E022D}" type="pres">
      <dgm:prSet presAssocID="{0267A1A8-F639-4D20-BA04-4D4B5C2B3C44}" presName="parTx" presStyleLbl="revTx" presStyleIdx="1" presStyleCnt="3">
        <dgm:presLayoutVars>
          <dgm:chMax val="0"/>
          <dgm:chPref val="0"/>
        </dgm:presLayoutVars>
      </dgm:prSet>
      <dgm:spPr/>
    </dgm:pt>
    <dgm:pt modelId="{70C8A1D8-56B5-4613-84EC-C78ECD55B1BE}" type="pres">
      <dgm:prSet presAssocID="{5FAB9A2C-8E6E-4DEB-AEC6-3E08C72DD6AE}" presName="sibTrans" presStyleCnt="0"/>
      <dgm:spPr/>
    </dgm:pt>
    <dgm:pt modelId="{65D6EF47-54BA-4FBE-A830-59A5167389C7}" type="pres">
      <dgm:prSet presAssocID="{CE53909F-9ACA-4B8E-AB66-CB388284B16B}" presName="compNode" presStyleCnt="0"/>
      <dgm:spPr/>
    </dgm:pt>
    <dgm:pt modelId="{6B7DF52C-8ECA-4CA0-AF9A-6FD608032937}" type="pres">
      <dgm:prSet presAssocID="{CE53909F-9ACA-4B8E-AB66-CB388284B16B}" presName="bgRect" presStyleLbl="bgShp" presStyleIdx="2" presStyleCnt="3"/>
      <dgm:spPr/>
    </dgm:pt>
    <dgm:pt modelId="{86162A7E-399D-430A-B46D-80FE77E22BAA}" type="pres">
      <dgm:prSet presAssocID="{CE53909F-9ACA-4B8E-AB66-CB388284B1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069BFD5-3D84-46DE-AED9-568A8F1AD11C}" type="pres">
      <dgm:prSet presAssocID="{CE53909F-9ACA-4B8E-AB66-CB388284B16B}" presName="spaceRect" presStyleCnt="0"/>
      <dgm:spPr/>
    </dgm:pt>
    <dgm:pt modelId="{4D92A6E6-D63A-4A6E-BAC7-550C0A14EAE8}" type="pres">
      <dgm:prSet presAssocID="{CE53909F-9ACA-4B8E-AB66-CB388284B16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EBDE30A-A5FA-4C0A-B040-F64805A6084E}" type="presOf" srcId="{DC7A35AE-5E40-439D-9CFF-B527E7DB77DE}" destId="{611828DE-31B6-48B9-8459-E7FCE995F1C7}" srcOrd="0" destOrd="0" presId="urn:microsoft.com/office/officeart/2018/2/layout/IconVerticalSolidList"/>
    <dgm:cxn modelId="{3F0D6A0E-63DF-4F2C-84B9-E73B327E5538}" srcId="{42FF1D82-85E2-41BB-9CB9-63A4F2084445}" destId="{CE53909F-9ACA-4B8E-AB66-CB388284B16B}" srcOrd="2" destOrd="0" parTransId="{21C074F3-A920-40F7-8B4D-A482C4AC57A4}" sibTransId="{761DC1DD-FA1F-4DCD-9A0F-D66C88C43CF4}"/>
    <dgm:cxn modelId="{E0C4E821-EF56-4CAF-A67A-7EBAEC0181C8}" srcId="{42FF1D82-85E2-41BB-9CB9-63A4F2084445}" destId="{DC7A35AE-5E40-439D-9CFF-B527E7DB77DE}" srcOrd="0" destOrd="0" parTransId="{F46FA318-BE12-46BF-AE7A-DD5D76CAAB1F}" sibTransId="{8FC17A2A-011D-4734-9B4E-E063D796E903}"/>
    <dgm:cxn modelId="{C8BAE4CD-2132-44EC-8950-0920DF247C8A}" type="presOf" srcId="{0267A1A8-F639-4D20-BA04-4D4B5C2B3C44}" destId="{8F479130-B8A8-4E73-9F90-EFBBA84E022D}" srcOrd="0" destOrd="0" presId="urn:microsoft.com/office/officeart/2018/2/layout/IconVerticalSolidList"/>
    <dgm:cxn modelId="{025906DD-3FE7-4948-A852-540E4545C9FA}" type="presOf" srcId="{CE53909F-9ACA-4B8E-AB66-CB388284B16B}" destId="{4D92A6E6-D63A-4A6E-BAC7-550C0A14EAE8}" srcOrd="0" destOrd="0" presId="urn:microsoft.com/office/officeart/2018/2/layout/IconVerticalSolidList"/>
    <dgm:cxn modelId="{EED9C5E6-A85F-4184-A5D1-19093054F40F}" type="presOf" srcId="{42FF1D82-85E2-41BB-9CB9-63A4F2084445}" destId="{7131B2DB-9299-4A4C-B8A8-97968A326AA5}" srcOrd="0" destOrd="0" presId="urn:microsoft.com/office/officeart/2018/2/layout/IconVerticalSolidList"/>
    <dgm:cxn modelId="{536034EE-F962-498A-8430-2158A428C5F2}" srcId="{42FF1D82-85E2-41BB-9CB9-63A4F2084445}" destId="{0267A1A8-F639-4D20-BA04-4D4B5C2B3C44}" srcOrd="1" destOrd="0" parTransId="{0A3CADD5-3E2C-4801-8F6E-3A086EA6A16F}" sibTransId="{5FAB9A2C-8E6E-4DEB-AEC6-3E08C72DD6AE}"/>
    <dgm:cxn modelId="{5B84B103-2777-4629-8C6C-1F833C95D2F4}" type="presParOf" srcId="{7131B2DB-9299-4A4C-B8A8-97968A326AA5}" destId="{843FCCC8-736D-46E1-9CC7-2078D8B3CB83}" srcOrd="0" destOrd="0" presId="urn:microsoft.com/office/officeart/2018/2/layout/IconVerticalSolidList"/>
    <dgm:cxn modelId="{321676E2-DC80-4DD6-AA1E-8F7BDDB963F8}" type="presParOf" srcId="{843FCCC8-736D-46E1-9CC7-2078D8B3CB83}" destId="{A3130B48-DE30-4ED9-BD86-9F05BAE82D1D}" srcOrd="0" destOrd="0" presId="urn:microsoft.com/office/officeart/2018/2/layout/IconVerticalSolidList"/>
    <dgm:cxn modelId="{A4819EEC-356C-44E2-89BA-07316D5F1010}" type="presParOf" srcId="{843FCCC8-736D-46E1-9CC7-2078D8B3CB83}" destId="{F584AC53-2097-40D4-B8A4-6A10691C8710}" srcOrd="1" destOrd="0" presId="urn:microsoft.com/office/officeart/2018/2/layout/IconVerticalSolidList"/>
    <dgm:cxn modelId="{64999017-202B-44B9-B0A2-9D8BABA682CC}" type="presParOf" srcId="{843FCCC8-736D-46E1-9CC7-2078D8B3CB83}" destId="{0512AE4F-A813-404C-857D-07B627DB45AE}" srcOrd="2" destOrd="0" presId="urn:microsoft.com/office/officeart/2018/2/layout/IconVerticalSolidList"/>
    <dgm:cxn modelId="{8806255B-A418-46CD-882A-1E986BBDB946}" type="presParOf" srcId="{843FCCC8-736D-46E1-9CC7-2078D8B3CB83}" destId="{611828DE-31B6-48B9-8459-E7FCE995F1C7}" srcOrd="3" destOrd="0" presId="urn:microsoft.com/office/officeart/2018/2/layout/IconVerticalSolidList"/>
    <dgm:cxn modelId="{5FAE318A-4227-4B69-A1D2-BC98A48264A5}" type="presParOf" srcId="{7131B2DB-9299-4A4C-B8A8-97968A326AA5}" destId="{0FC8656C-5777-424C-8CE8-2C73738D2D30}" srcOrd="1" destOrd="0" presId="urn:microsoft.com/office/officeart/2018/2/layout/IconVerticalSolidList"/>
    <dgm:cxn modelId="{FCFCD57B-709D-4858-BAD3-4E51F487FE4C}" type="presParOf" srcId="{7131B2DB-9299-4A4C-B8A8-97968A326AA5}" destId="{0EADD21A-7BD7-4FBA-B2A9-BD085A9B5E7F}" srcOrd="2" destOrd="0" presId="urn:microsoft.com/office/officeart/2018/2/layout/IconVerticalSolidList"/>
    <dgm:cxn modelId="{44FA4B50-A4F4-43D5-8589-4174D81A2AD3}" type="presParOf" srcId="{0EADD21A-7BD7-4FBA-B2A9-BD085A9B5E7F}" destId="{EBAD6D5B-2B6C-42F8-8BEA-18D1BE345375}" srcOrd="0" destOrd="0" presId="urn:microsoft.com/office/officeart/2018/2/layout/IconVerticalSolidList"/>
    <dgm:cxn modelId="{3016F289-C9CF-4D91-9E68-622142F9DEB7}" type="presParOf" srcId="{0EADD21A-7BD7-4FBA-B2A9-BD085A9B5E7F}" destId="{7F8E38E3-27D9-4BD3-92E1-61F21281FA23}" srcOrd="1" destOrd="0" presId="urn:microsoft.com/office/officeart/2018/2/layout/IconVerticalSolidList"/>
    <dgm:cxn modelId="{31FB6318-CDA0-409D-B05C-ADD4EE57D778}" type="presParOf" srcId="{0EADD21A-7BD7-4FBA-B2A9-BD085A9B5E7F}" destId="{82058B7E-0E21-4D50-93F2-A6AE2E77DACE}" srcOrd="2" destOrd="0" presId="urn:microsoft.com/office/officeart/2018/2/layout/IconVerticalSolidList"/>
    <dgm:cxn modelId="{912C431A-7296-4A5E-80D3-82BF161E346F}" type="presParOf" srcId="{0EADD21A-7BD7-4FBA-B2A9-BD085A9B5E7F}" destId="{8F479130-B8A8-4E73-9F90-EFBBA84E022D}" srcOrd="3" destOrd="0" presId="urn:microsoft.com/office/officeart/2018/2/layout/IconVerticalSolidList"/>
    <dgm:cxn modelId="{5F071005-6C70-4D99-86F8-A051161DF170}" type="presParOf" srcId="{7131B2DB-9299-4A4C-B8A8-97968A326AA5}" destId="{70C8A1D8-56B5-4613-84EC-C78ECD55B1BE}" srcOrd="3" destOrd="0" presId="urn:microsoft.com/office/officeart/2018/2/layout/IconVerticalSolidList"/>
    <dgm:cxn modelId="{A064AD76-AFB0-4BFE-9C1D-B00CCF5E5607}" type="presParOf" srcId="{7131B2DB-9299-4A4C-B8A8-97968A326AA5}" destId="{65D6EF47-54BA-4FBE-A830-59A5167389C7}" srcOrd="4" destOrd="0" presId="urn:microsoft.com/office/officeart/2018/2/layout/IconVerticalSolidList"/>
    <dgm:cxn modelId="{2AE6E8F6-9C87-4EF8-892E-473CD47BFD7C}" type="presParOf" srcId="{65D6EF47-54BA-4FBE-A830-59A5167389C7}" destId="{6B7DF52C-8ECA-4CA0-AF9A-6FD608032937}" srcOrd="0" destOrd="0" presId="urn:microsoft.com/office/officeart/2018/2/layout/IconVerticalSolidList"/>
    <dgm:cxn modelId="{9B99EF03-1EC1-44C0-8E47-9F8849E573B0}" type="presParOf" srcId="{65D6EF47-54BA-4FBE-A830-59A5167389C7}" destId="{86162A7E-399D-430A-B46D-80FE77E22BAA}" srcOrd="1" destOrd="0" presId="urn:microsoft.com/office/officeart/2018/2/layout/IconVerticalSolidList"/>
    <dgm:cxn modelId="{7F2750D8-C9F4-482B-A4C1-60D8E87BA770}" type="presParOf" srcId="{65D6EF47-54BA-4FBE-A830-59A5167389C7}" destId="{1069BFD5-3D84-46DE-AED9-568A8F1AD11C}" srcOrd="2" destOrd="0" presId="urn:microsoft.com/office/officeart/2018/2/layout/IconVerticalSolidList"/>
    <dgm:cxn modelId="{896A6385-2D7A-4B68-922B-260F45F8BD43}" type="presParOf" srcId="{65D6EF47-54BA-4FBE-A830-59A5167389C7}" destId="{4D92A6E6-D63A-4A6E-BAC7-550C0A14EA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7AADB-09B4-461B-BA99-B60264B2D40B}">
      <dsp:nvSpPr>
        <dsp:cNvPr id="0" name=""/>
        <dsp:cNvSpPr/>
      </dsp:nvSpPr>
      <dsp:spPr>
        <a:xfrm>
          <a:off x="0" y="0"/>
          <a:ext cx="6528816" cy="11795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Hamburgeri severiz ama... Sonrası?</a:t>
          </a:r>
        </a:p>
      </dsp:txBody>
      <dsp:txXfrm>
        <a:off x="34549" y="34549"/>
        <a:ext cx="5255960" cy="1110478"/>
      </dsp:txXfrm>
    </dsp:sp>
    <dsp:sp modelId="{E591B077-DF6F-417B-B83E-B9215AEDBEA2}">
      <dsp:nvSpPr>
        <dsp:cNvPr id="0" name=""/>
        <dsp:cNvSpPr/>
      </dsp:nvSpPr>
      <dsp:spPr>
        <a:xfrm>
          <a:off x="576071" y="1376171"/>
          <a:ext cx="6528816" cy="11795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Yediğimiz lezzetli şeylerin vücudumuza ne kadar enerji verdiğini biliyor muyuz?</a:t>
          </a:r>
        </a:p>
      </dsp:txBody>
      <dsp:txXfrm>
        <a:off x="610620" y="1410720"/>
        <a:ext cx="5116921" cy="1110478"/>
      </dsp:txXfrm>
    </dsp:sp>
    <dsp:sp modelId="{7D5D89DD-FDFC-427F-9E1B-05CFC8089A1D}">
      <dsp:nvSpPr>
        <dsp:cNvPr id="0" name=""/>
        <dsp:cNvSpPr/>
      </dsp:nvSpPr>
      <dsp:spPr>
        <a:xfrm>
          <a:off x="1152143" y="2752343"/>
          <a:ext cx="6528816" cy="11795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Bu kalorileri yakmak için ne kadar hareket etmeliyiz?</a:t>
          </a:r>
        </a:p>
      </dsp:txBody>
      <dsp:txXfrm>
        <a:off x="1186692" y="2786892"/>
        <a:ext cx="5116921" cy="1110478"/>
      </dsp:txXfrm>
    </dsp:sp>
    <dsp:sp modelId="{DD00D2A4-578E-4852-8DFB-E658874C309A}">
      <dsp:nvSpPr>
        <dsp:cNvPr id="0" name=""/>
        <dsp:cNvSpPr/>
      </dsp:nvSpPr>
      <dsp:spPr>
        <a:xfrm>
          <a:off x="5762091" y="894511"/>
          <a:ext cx="766724" cy="7667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5934604" y="894511"/>
        <a:ext cx="421698" cy="576960"/>
      </dsp:txXfrm>
    </dsp:sp>
    <dsp:sp modelId="{C2516479-0EAE-4AA9-8E62-17ED7D8494CF}">
      <dsp:nvSpPr>
        <dsp:cNvPr id="0" name=""/>
        <dsp:cNvSpPr/>
      </dsp:nvSpPr>
      <dsp:spPr>
        <a:xfrm>
          <a:off x="6338163" y="2262819"/>
          <a:ext cx="766724" cy="7667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6510676" y="2262819"/>
        <a:ext cx="421698" cy="576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5B416-BF82-4A07-8679-DF5FD225C85B}">
      <dsp:nvSpPr>
        <dsp:cNvPr id="0" name=""/>
        <dsp:cNvSpPr/>
      </dsp:nvSpPr>
      <dsp:spPr>
        <a:xfrm>
          <a:off x="0" y="638"/>
          <a:ext cx="4429635" cy="14941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AABFB-103B-4AEB-843D-8710902E2B30}">
      <dsp:nvSpPr>
        <dsp:cNvPr id="0" name=""/>
        <dsp:cNvSpPr/>
      </dsp:nvSpPr>
      <dsp:spPr>
        <a:xfrm>
          <a:off x="451973" y="336816"/>
          <a:ext cx="821769" cy="821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45494-FFF4-49EA-BC13-4E83E53DE523}">
      <dsp:nvSpPr>
        <dsp:cNvPr id="0" name=""/>
        <dsp:cNvSpPr/>
      </dsp:nvSpPr>
      <dsp:spPr>
        <a:xfrm>
          <a:off x="1725715" y="638"/>
          <a:ext cx="2703919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Python programlama dilini kullanarak bir web sitesi tasarladım.</a:t>
          </a:r>
        </a:p>
      </dsp:txBody>
      <dsp:txXfrm>
        <a:off x="1725715" y="638"/>
        <a:ext cx="2703919" cy="1494125"/>
      </dsp:txXfrm>
    </dsp:sp>
    <dsp:sp modelId="{9E08B465-A1B3-4FBF-BDC4-DC757DDFE0AB}">
      <dsp:nvSpPr>
        <dsp:cNvPr id="0" name=""/>
        <dsp:cNvSpPr/>
      </dsp:nvSpPr>
      <dsp:spPr>
        <a:xfrm>
          <a:off x="0" y="1868296"/>
          <a:ext cx="4429635" cy="14941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83DB4-2EB1-4F95-9DCC-0043AB7F915F}">
      <dsp:nvSpPr>
        <dsp:cNvPr id="0" name=""/>
        <dsp:cNvSpPr/>
      </dsp:nvSpPr>
      <dsp:spPr>
        <a:xfrm>
          <a:off x="451973" y="2204474"/>
          <a:ext cx="821769" cy="821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95536-2F0F-472A-8CB1-E70E38111DCD}">
      <dsp:nvSpPr>
        <dsp:cNvPr id="0" name=""/>
        <dsp:cNvSpPr/>
      </dsp:nvSpPr>
      <dsp:spPr>
        <a:xfrm>
          <a:off x="1725715" y="1868296"/>
          <a:ext cx="2703919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Matematiği site yapıyor, biz sadece yemek seçiyoruz.</a:t>
          </a:r>
        </a:p>
      </dsp:txBody>
      <dsp:txXfrm>
        <a:off x="1725715" y="1868296"/>
        <a:ext cx="2703919" cy="1494125"/>
      </dsp:txXfrm>
    </dsp:sp>
    <dsp:sp modelId="{4BD1D4BE-F28E-465D-AFB1-63CB91080E82}">
      <dsp:nvSpPr>
        <dsp:cNvPr id="0" name=""/>
        <dsp:cNvSpPr/>
      </dsp:nvSpPr>
      <dsp:spPr>
        <a:xfrm>
          <a:off x="0" y="3735953"/>
          <a:ext cx="4429635" cy="14941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DDFDC-71F3-4180-AB2E-07C69EBEE253}">
      <dsp:nvSpPr>
        <dsp:cNvPr id="0" name=""/>
        <dsp:cNvSpPr/>
      </dsp:nvSpPr>
      <dsp:spPr>
        <a:xfrm>
          <a:off x="451973" y="4072131"/>
          <a:ext cx="821769" cy="8217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5CCC8-010B-45C7-8639-AB7FCC5B06F4}">
      <dsp:nvSpPr>
        <dsp:cNvPr id="0" name=""/>
        <dsp:cNvSpPr/>
      </dsp:nvSpPr>
      <dsp:spPr>
        <a:xfrm>
          <a:off x="1725715" y="3735953"/>
          <a:ext cx="2703919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Teknolojiyi kullanarak sağlıklı yaşam bilinci oluşturmayı hedefledim.</a:t>
          </a:r>
        </a:p>
      </dsp:txBody>
      <dsp:txXfrm>
        <a:off x="1725715" y="3735953"/>
        <a:ext cx="2703919" cy="14941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130B48-DE30-4ED9-BD86-9F05BAE82D1D}">
      <dsp:nvSpPr>
        <dsp:cNvPr id="0" name=""/>
        <dsp:cNvSpPr/>
      </dsp:nvSpPr>
      <dsp:spPr>
        <a:xfrm>
          <a:off x="0" y="638"/>
          <a:ext cx="4429635" cy="14941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4AC53-2097-40D4-B8A4-6A10691C8710}">
      <dsp:nvSpPr>
        <dsp:cNvPr id="0" name=""/>
        <dsp:cNvSpPr/>
      </dsp:nvSpPr>
      <dsp:spPr>
        <a:xfrm>
          <a:off x="451973" y="336816"/>
          <a:ext cx="821769" cy="821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828DE-31B6-48B9-8459-E7FCE995F1C7}">
      <dsp:nvSpPr>
        <dsp:cNvPr id="0" name=""/>
        <dsp:cNvSpPr/>
      </dsp:nvSpPr>
      <dsp:spPr>
        <a:xfrm>
          <a:off x="1725715" y="638"/>
          <a:ext cx="2703919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Python (Flask): Sitenin beyni. Hesaplamaları yapar. 🧠</a:t>
          </a:r>
        </a:p>
      </dsp:txBody>
      <dsp:txXfrm>
        <a:off x="1725715" y="638"/>
        <a:ext cx="2703919" cy="1494125"/>
      </dsp:txXfrm>
    </dsp:sp>
    <dsp:sp modelId="{EBAD6D5B-2B6C-42F8-8BEA-18D1BE345375}">
      <dsp:nvSpPr>
        <dsp:cNvPr id="0" name=""/>
        <dsp:cNvSpPr/>
      </dsp:nvSpPr>
      <dsp:spPr>
        <a:xfrm>
          <a:off x="0" y="1868296"/>
          <a:ext cx="4429635" cy="14941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8E38E3-27D9-4BD3-92E1-61F21281FA23}">
      <dsp:nvSpPr>
        <dsp:cNvPr id="0" name=""/>
        <dsp:cNvSpPr/>
      </dsp:nvSpPr>
      <dsp:spPr>
        <a:xfrm>
          <a:off x="451973" y="2204474"/>
          <a:ext cx="821769" cy="821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79130-B8A8-4E73-9F90-EFBBA84E022D}">
      <dsp:nvSpPr>
        <dsp:cNvPr id="0" name=""/>
        <dsp:cNvSpPr/>
      </dsp:nvSpPr>
      <dsp:spPr>
        <a:xfrm>
          <a:off x="1725715" y="1868296"/>
          <a:ext cx="2703919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HTML: Sitenin iskeleti. Resimlerin ve yazıların yerini belirler. 🦴</a:t>
          </a:r>
        </a:p>
      </dsp:txBody>
      <dsp:txXfrm>
        <a:off x="1725715" y="1868296"/>
        <a:ext cx="2703919" cy="1494125"/>
      </dsp:txXfrm>
    </dsp:sp>
    <dsp:sp modelId="{6B7DF52C-8ECA-4CA0-AF9A-6FD608032937}">
      <dsp:nvSpPr>
        <dsp:cNvPr id="0" name=""/>
        <dsp:cNvSpPr/>
      </dsp:nvSpPr>
      <dsp:spPr>
        <a:xfrm>
          <a:off x="0" y="3735953"/>
          <a:ext cx="4429635" cy="14941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162A7E-399D-430A-B46D-80FE77E22BAA}">
      <dsp:nvSpPr>
        <dsp:cNvPr id="0" name=""/>
        <dsp:cNvSpPr/>
      </dsp:nvSpPr>
      <dsp:spPr>
        <a:xfrm>
          <a:off x="451973" y="4072131"/>
          <a:ext cx="821769" cy="8217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2A6E6-D63A-4A6E-BAC7-550C0A14EAE8}">
      <dsp:nvSpPr>
        <dsp:cNvPr id="0" name=""/>
        <dsp:cNvSpPr/>
      </dsp:nvSpPr>
      <dsp:spPr>
        <a:xfrm>
          <a:off x="1725715" y="3735953"/>
          <a:ext cx="2703919" cy="1494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28" tIns="158128" rIns="158128" bIns="1581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CSS: Sitenin kıyafeti. Renkleri ve tasarımı güzelleştirir. 🎨</a:t>
          </a:r>
        </a:p>
      </dsp:txBody>
      <dsp:txXfrm>
        <a:off x="1725715" y="3735953"/>
        <a:ext cx="2703919" cy="1494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19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7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97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1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7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3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5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3033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966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2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7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0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Lezzetli Kalori Hesaplayıcı 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Hazırlayan: Amine Sekmenoğlu</a:t>
            </a:r>
          </a:p>
          <a:p>
            <a:r>
              <a:t>Konu: Python ile Web Sitesi Geliştirme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Sorun Ne? Neden Yaptım? 🤔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4ACC48-5732-E0BE-56AE-ECE9BECA9A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1520" y="2103120"/>
          <a:ext cx="7680960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rPr lang="tr-TR" sz="3700"/>
              <a:t>Çözümüm: Web Tabanlı Hesaplayıcı 💡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BD3030-8869-BE71-0AEA-A58ADEC39F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1616019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rPr lang="tr-TR"/>
              <a:t>Nasıl Çalışıyor? (İşin Mutfağı) 👨‍💻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5018FE-77B3-29C0-B0FE-D579E17285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1019858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5EEA05-AD42-442F-B6C6-CB9FC2894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081" y="610955"/>
            <a:ext cx="8195838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89" y="777240"/>
            <a:ext cx="7948422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26" y="1420706"/>
            <a:ext cx="2599905" cy="4016587"/>
          </a:xfrm>
        </p:spPr>
        <p:txBody>
          <a:bodyPr>
            <a:normAutofit/>
          </a:bodyPr>
          <a:lstStyle/>
          <a:p>
            <a:r>
              <a:rPr lang="tr-TR" sz="3100"/>
              <a:t>Projenin Özellikleri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389" y="1420706"/>
            <a:ext cx="4136068" cy="4016587"/>
          </a:xfrm>
        </p:spPr>
        <p:txBody>
          <a:bodyPr anchor="ctr">
            <a:normAutofit/>
          </a:bodyPr>
          <a:lstStyle/>
          <a:p>
            <a:r>
              <a:rPr lang="tr-TR">
                <a:solidFill>
                  <a:schemeClr val="tx1">
                    <a:lumMod val="75000"/>
                    <a:lumOff val="25000"/>
                  </a:schemeClr>
                </a:solidFill>
              </a:rPr>
              <a:t>1. Görsel Menü: Resimli yemek kartları</a:t>
            </a:r>
          </a:p>
          <a:p>
            <a:endParaRPr lang="tr-TR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tr-TR">
                <a:solidFill>
                  <a:schemeClr val="tx1">
                    <a:lumMod val="75000"/>
                    <a:lumOff val="25000"/>
                  </a:schemeClr>
                </a:solidFill>
              </a:rPr>
              <a:t>2. Akıllı Hesap: Toplam kaloriyi anında bulur</a:t>
            </a:r>
          </a:p>
          <a:p>
            <a:endParaRPr lang="tr-TR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tr-TR">
                <a:solidFill>
                  <a:schemeClr val="tx1">
                    <a:lumMod val="75000"/>
                    <a:lumOff val="25000"/>
                  </a:schemeClr>
                </a:solidFill>
              </a:rPr>
              <a:t>3. Gerçekçi Uyarı: 7700 kcal ≈ 1 kg yağ mantığı</a:t>
            </a:r>
          </a:p>
          <a:p>
            <a:endParaRPr lang="tr-TR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tr-TR">
                <a:solidFill>
                  <a:schemeClr val="tx1">
                    <a:lumMod val="75000"/>
                    <a:lumOff val="25000"/>
                  </a:schemeClr>
                </a:solidFill>
              </a:rPr>
              <a:t>4. Spor Önerisi: Yürüyüş, Koşu ve Yüzme süreleri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4298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2F73EB-B46F-4F77-B3DC-7C374906F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B10B3-CF45-4294-8994-0E8AD1FC6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902" y="1267730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45417F-1D1B-48A7-B4DA-BAD73B02C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850" y="1411615"/>
            <a:ext cx="69723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CF9D9F-1672-4D0C-934E-CD9EE1BE5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1910" y="1267730"/>
            <a:ext cx="144018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558C702-CA14-4264-B8FC-A5120F75D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50855" y="1267730"/>
            <a:ext cx="1567331" cy="645295"/>
            <a:chOff x="5318306" y="1386268"/>
            <a:chExt cx="1567331" cy="64529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621A72C-7343-4A22-8700-696C5860A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B44A4DC-7861-4DCC-9931-5A075855D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16C316F-BFB5-424F-A951-E962A3B74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66F8A2C-B8CF-4B20-9A73-2ADCF6302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0C23B1-7427-4DF4-BFF1-60CD7E93B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DD78E9-DE0D-47AF-A0DB-F475221E3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081" y="610955"/>
            <a:ext cx="8195838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18D329-2010-4A15-B57C-429FFAE3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89" y="777240"/>
            <a:ext cx="7948422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40" y="1272800"/>
            <a:ext cx="4908465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900">
                <a:solidFill>
                  <a:schemeClr val="tx1"/>
                </a:solidFill>
              </a:rPr>
              <a:t>Canlı Demo Zamanı! 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5080" y="1272800"/>
            <a:ext cx="1860980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700" spc="80" dirty="0">
                <a:hlinkClick r:id="rId3"/>
              </a:rPr>
              <a:t>(</a:t>
            </a:r>
            <a:r>
              <a:rPr lang="en-US" sz="1700" spc="80" dirty="0" err="1">
                <a:hlinkClick r:id="rId3"/>
              </a:rPr>
              <a:t>Uygulama</a:t>
            </a:r>
            <a:r>
              <a:rPr lang="en-US" sz="1700" spc="80" dirty="0">
                <a:hlinkClick r:id="rId3"/>
              </a:rPr>
              <a:t> </a:t>
            </a:r>
            <a:r>
              <a:rPr lang="en-US" sz="1700" spc="80" dirty="0" err="1">
                <a:hlinkClick r:id="rId3"/>
              </a:rPr>
              <a:t>Gösterimi</a:t>
            </a:r>
            <a:r>
              <a:rPr lang="en-US" sz="1700" spc="80" dirty="0">
                <a:hlinkClick r:id="rId3"/>
              </a:rPr>
              <a:t>)</a:t>
            </a:r>
            <a:endParaRPr lang="en-US" sz="1700" spc="8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94262BC-EE98-4BD6-82DB-4955E8DC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4" y="2057401"/>
            <a:ext cx="0" cy="27432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Teşekkürler! 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Kodlamak Eğlencelidir!</a:t>
            </a:r>
          </a:p>
          <a:p>
            <a:endParaRPr/>
          </a:p>
          <a:p>
            <a:r>
              <a:t>Amine Sekmenoğlu - 2025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9</TotalTime>
  <Words>193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Garamond</vt:lpstr>
      <vt:lpstr>Savon</vt:lpstr>
      <vt:lpstr>Lezzetli Kalori Hesaplayıcı 🍔</vt:lpstr>
      <vt:lpstr>Sorun Ne? Neden Yaptım? 🤔</vt:lpstr>
      <vt:lpstr>Çözümüm: Web Tabanlı Hesaplayıcı 💡</vt:lpstr>
      <vt:lpstr>Nasıl Çalışıyor? (İşin Mutfağı) 👨‍💻</vt:lpstr>
      <vt:lpstr>Projenin Özellikleri ✨</vt:lpstr>
      <vt:lpstr>Canlı Demo Zamanı! 🚀</vt:lpstr>
      <vt:lpstr>Teşekkürler! 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Hüseyin Sekmenoğlu</cp:lastModifiedBy>
  <cp:revision>2</cp:revision>
  <dcterms:created xsi:type="dcterms:W3CDTF">2013-01-27T09:14:16Z</dcterms:created>
  <dcterms:modified xsi:type="dcterms:W3CDTF">2025-11-20T21:40:27Z</dcterms:modified>
  <cp:category/>
</cp:coreProperties>
</file>